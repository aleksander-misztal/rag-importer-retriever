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bbd3e2d48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bbbd3e2d48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bbbd3e2d48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bbbd3e2d48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bbbd3e2d4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bbbd3e2d4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bbbd3e2d48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bbbd3e2d48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bbbd3e2d48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bbbd3e2d48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bbbd3e2d48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bbbd3e2d48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bbbd3e2d48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bbbd3e2d48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bbbd3e2d48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bbbd3e2d48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bbbd3e2d48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bbbd3e2d48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bbbd3e2d48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bbbd3e2d48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bbbd3e2d48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bbbd3e2d48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bbbd3e2d48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bbbd3e2d48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54775" y="1022850"/>
            <a:ext cx="5834449" cy="309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4176494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1167398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78275" y="233188"/>
            <a:ext cx="9300550" cy="4677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685388"/>
            <a:ext cx="8839202" cy="37727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7009676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56224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07684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272165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65984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5886315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8050" y="1805450"/>
            <a:ext cx="4787900" cy="153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